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0362895" cy="914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62895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448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8FAFC"/>
                </a:solidFill>
              </a:defRPr>
            </a:pPr>
            <a:r>
              <a:t>Cloud Computing &amp; Systems</a:t>
            </a:r>
          </a:p>
          <a:p>
            <a:pPr>
              <a:spcBef>
                <a:spcPts val="1400"/>
              </a:spcBef>
              <a:defRPr sz="2000">
                <a:solidFill>
                  <a:srgbClr val="00D2FF"/>
                </a:solidFill>
              </a:defRPr>
            </a:pPr>
            <a:r>
              <a:t>Architectural Overview &amp; Core Fundamentals</a:t>
            </a:r>
          </a:p>
          <a:p>
            <a:pPr>
              <a:spcBef>
                <a:spcPts val="2400"/>
              </a:spcBef>
              <a:defRPr sz="1300">
                <a:solidFill>
                  <a:srgbClr val="94A3B8"/>
                </a:solidFill>
              </a:defRPr>
            </a:pPr>
            <a:r>
              <a:t>Prepared by Cognexa Autonomous Intelligence • 5 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Cognexa Engineering Suite  |  Cloud Computing &amp; Systems  |  Slide 1 of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137160" cy="100584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7315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3152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Cloud Service &amp; Deployment Models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0728655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9784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Service Hierarchy: Infrastructure as a Service (IaaS: EC2, GCE), Platform as a Service (PaaS: App Engine, Elastic Beanstalk), and 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Serverless Architecture: Function as a Service (FaaS: AWS Lambda, Cloud Functions) executing event-triggered stateless code with s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Deployment Topologies: Public Cloud, Private Cloud, Hybrid Cloud orchestration, and Multi-Cloud resilience strategies avoiding ven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Shared Responsibility Model: Customer vs Cloud Service Provider boundaries across physical, hypervisor, OS, network, and applicati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Cognexa Engineering Suite  |  Cloud Computing &amp; Systems  |  Slide 2 of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137160" cy="100584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7315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3152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Containerization &amp; Cloud-Native Orchestration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0728655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9784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Docker Containerization: Linux kernel namespaces and cgroups isolating processes, memory, and filesystem layers with low startup o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Kubernetes Orchestration: Master plane (API Server, etcd, Controller Manager, Scheduler) managing distributed worker nodes running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Workload Primitives: Pods, Deployments, ReplicaSets, StatefulSets, DaemonSets, and Jobs with automated rolling zero-downtime updat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Service Mesh Architecture: Sidecar proxies (Envoy, Istio) managing mutual TLS encryption, intelligent traffic splitting, distribut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Cognexa Engineering Suite  |  Cloud Computing &amp; Systems  |  Slide 3 of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137160" cy="100584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7315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3152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Reliability, High Availability &amp; Disaster Recovery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0728655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9784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Availability Zones &amp; Regions: Multi-AZ deployments with synchronous database replication; Multi-region active-active architectures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Load Balancing Tier: Application Load Balancers (Layer 7 HTTP/HTTPS path routing) and Network Load Balancers (Layer 4 ultra-low la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Auto-Scaling Dynamics: Dynamic horizontal pod autoscaling (HPA) and cluster autoscaling based on CPU, memory, and custom Prometheu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Disaster Recovery (DR) Metrics: Recovery Time Objective (RTO) and Recovery Point Objective (RPO) governing backup strategies (Pilo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Cognexa Engineering Suite  |  Cloud Computing &amp; Systems  |  Slide 4 of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137160" cy="100584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7315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3152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Cloud Computing &amp; Systems: Advanced Analysis Part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0728655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9784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Specialized evaluation of Cloud Computing &amp; Systems architecture components.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Latency vs throughput optimization benchmarks.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Operational security and disaster recovery protocols.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Production best practices and verified recommendations.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Cognexa Engineering Suite  |  Cloud Computing &amp; Systems  |  Slide 5 of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