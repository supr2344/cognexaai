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</a:defRPr>
            </a:pPr>
            <a:r>
              <a:t>Renewable Energy Grid</a:t>
            </a:r>
          </a:p>
          <a:p>
            <a:pPr>
              <a:spcBef>
                <a:spcPts val="1400"/>
              </a:spcBef>
              <a:defRPr sz="2000">
                <a:solidFill>
                  <a:srgbClr val="00D2FF"/>
                </a:solidFill>
              </a:defRPr>
            </a:pPr>
            <a:r>
              <a:t>Architectural Overview &amp; Core Fundamentals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Prepared by Cognexa Autonomous Intelligence • 4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Renewable Energy Grid  | 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Introduction to Renewable Energy Grid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Understanding the core principles and context of Renewable Energy Grid.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Key motivators driving modern industry and research adoption.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Primary objectives and baseline problem statements addressed.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High-level ecosystem overview and technological evolution.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Renewable Energy Grid  |  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Architecture &amp; Foundations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Fundamental building blocks and modular layer design.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Data pipeline, protocol interfaces, and state synchronization.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Security boundaries, fault tolerance, and resilience mechanisms.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Performance benchmarks and latency profiling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Renewable Energy Grid  |  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Advantages &amp;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Scalability: Horizontal expansion with predictable throughput.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Efficiency: Optimized resource utilization and execution overhead.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Reliability: Self-healing architectures and automated failovers.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Interoperability: Seamless integration with modern cloud stacks.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Renewable Energy Grid  |  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